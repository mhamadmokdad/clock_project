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63114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69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82287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371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7324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9909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4818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4953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6159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4684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31933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7645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8758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06476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23001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090829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1124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D627D-3554-4FCE-90FF-786F63794714}" type="datetimeFigureOut">
              <a:rPr lang="ar-SA" smtClean="0"/>
              <a:t>12/09/1447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C66BC-FD7C-426D-8D8C-D588081943A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739877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04060-A321-A7C3-2AC7-A0E3640CB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4056" y="1431169"/>
            <a:ext cx="9144000" cy="2387600"/>
          </a:xfrm>
        </p:spPr>
        <p:txBody>
          <a:bodyPr/>
          <a:lstStyle/>
          <a:p>
            <a:r>
              <a:rPr lang="ar-SA" dirty="0">
                <a:cs typeface="DecoType Thuluth" panose="02010000000000000000" pitchFamily="2" charset="-78"/>
              </a:rPr>
              <a:t>مشروعي للرسومات الحاسوبية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B32F1-1D02-C59E-137D-AF95F314C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681206">
            <a:off x="7659328" y="4050890"/>
            <a:ext cx="3008671" cy="1206910"/>
          </a:xfrm>
        </p:spPr>
        <p:txBody>
          <a:bodyPr/>
          <a:lstStyle/>
          <a:p>
            <a:endParaRPr lang="ar-SA" dirty="0"/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71051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4986-2B17-2C35-359F-42B7FF346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ساعة تفاعلية تعرض الوقت مع عقارب متحركة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F24732-4A6C-1144-2BB9-B267BD1FB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40" y="1927971"/>
            <a:ext cx="5535560" cy="429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18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9F2A-A93A-6F04-99E6-A0AE524B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التقنيات المستخدمة: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B6000-03AD-2183-616B-E18CAD7C6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SA" dirty="0"/>
              <a:t>استخدمنا </a:t>
            </a:r>
            <a:r>
              <a:rPr lang="en-US" dirty="0"/>
              <a:t>VBO/VAO</a:t>
            </a:r>
            <a:r>
              <a:rPr lang="ar-SA" dirty="0"/>
              <a:t> لتخزين الرؤوس.</a:t>
            </a:r>
          </a:p>
          <a:p>
            <a:r>
              <a:rPr lang="en-US" dirty="0"/>
              <a:t>Shaders</a:t>
            </a:r>
          </a:p>
          <a:p>
            <a:r>
              <a:rPr lang="ar-SA" dirty="0"/>
              <a:t>استخدمنا </a:t>
            </a:r>
            <a:r>
              <a:rPr lang="en-US" dirty="0"/>
              <a:t>Uniforms</a:t>
            </a:r>
            <a:r>
              <a:rPr lang="ar-SA" dirty="0"/>
              <a:t> لنقل الوقت الى </a:t>
            </a:r>
            <a:r>
              <a:rPr lang="en-US" dirty="0"/>
              <a:t>shaders </a:t>
            </a:r>
          </a:p>
          <a:p>
            <a:r>
              <a:rPr lang="ar-SA" dirty="0"/>
              <a:t>لرسم العقارب </a:t>
            </a:r>
            <a:r>
              <a:rPr lang="en-US" dirty="0"/>
              <a:t>GL_LINES</a:t>
            </a:r>
            <a:endParaRPr lang="ar-SA" dirty="0"/>
          </a:p>
          <a:p>
            <a:r>
              <a:rPr lang="ar-SA" dirty="0"/>
              <a:t>لرسم الدوائر والاشكال المملوءة </a:t>
            </a:r>
            <a:r>
              <a:rPr lang="en-US" dirty="0"/>
              <a:t>GL_TRIANGLES_FAN</a:t>
            </a:r>
            <a:endParaRPr lang="ar-SA" dirty="0"/>
          </a:p>
          <a:p>
            <a:pPr marL="0" indent="0">
              <a:buNone/>
            </a:pPr>
            <a:endParaRPr lang="ar-SA" dirty="0"/>
          </a:p>
          <a:p>
            <a:pPr marL="0" indent="0">
              <a:buNone/>
            </a:pPr>
            <a:endParaRPr lang="ar-SA" dirty="0"/>
          </a:p>
          <a:p>
            <a:endParaRPr lang="ar-SA" dirty="0"/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1074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CABB-8B5A-8D23-FF68-D371A9F31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التحديات والحلول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2EAA-F9C9-CD39-53A0-85DFD2E94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ar-SA" sz="2800" b="1" dirty="0"/>
              <a:t>تحديث العقارب</a:t>
            </a:r>
            <a:r>
              <a:rPr lang="ar-SA" sz="2800" dirty="0"/>
              <a:t>: استخدام </a:t>
            </a:r>
            <a:r>
              <a:rPr lang="en-GB" sz="2800" dirty="0" err="1"/>
              <a:t>glBufferSubData</a:t>
            </a:r>
            <a:r>
              <a:rPr lang="en-GB" sz="2800" dirty="0"/>
              <a:t> </a:t>
            </a:r>
            <a:r>
              <a:rPr lang="ar-SA" sz="2800" dirty="0"/>
              <a:t>لتحديث جزء من الـ </a:t>
            </a:r>
            <a:r>
              <a:rPr lang="en-GB" sz="2800" dirty="0"/>
              <a:t>VBO</a:t>
            </a:r>
          </a:p>
          <a:p>
            <a:r>
              <a:rPr lang="ar-SA" sz="2800" b="1" dirty="0"/>
              <a:t>حساب الزوايا</a:t>
            </a:r>
            <a:r>
              <a:rPr lang="ar-SA" sz="2800" dirty="0"/>
              <a:t>: استخدام دوال مثلثية مع تحويل الوقت إلى زوايا</a:t>
            </a:r>
          </a:p>
          <a:p>
            <a:r>
              <a:rPr lang="ar-SA" sz="2800" b="1" dirty="0"/>
              <a:t>تنظيم الكود</a:t>
            </a:r>
            <a:r>
              <a:rPr lang="ar-SA" sz="2800" dirty="0"/>
              <a:t>: تقسيم البرنامج إلى دوال صغيرة</a:t>
            </a:r>
          </a:p>
          <a:p>
            <a:endParaRPr lang="ar-SA" sz="2800" dirty="0"/>
          </a:p>
        </p:txBody>
      </p:sp>
    </p:spTree>
    <p:extLst>
      <p:ext uri="{BB962C8B-B14F-4D97-AF65-F5344CB8AC3E}">
        <p14:creationId xmlns:p14="http://schemas.microsoft.com/office/powerpoint/2010/main" val="129080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DB8E-1728-5F07-4766-D2C2F42D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الخاتمة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759E3-E2D4-11F6-D1C4-C7F3F2A9B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ar-SA" sz="2800" dirty="0"/>
              <a:t> في هذا المشروع قد تعلمنا توظيف ما تعلمناه سابقا في مشروع حقيقي مفيد نوعا ما </a:t>
            </a:r>
          </a:p>
          <a:p>
            <a:pPr marL="0" indent="0">
              <a:buNone/>
            </a:pPr>
            <a:r>
              <a:rPr lang="ar-SA" sz="2800" dirty="0"/>
              <a:t>فقد استخدمنا </a:t>
            </a:r>
            <a:r>
              <a:rPr lang="en-US" sz="2800" dirty="0"/>
              <a:t>GL_LINES / GL_TRIANGLE_FAN</a:t>
            </a:r>
            <a:r>
              <a:rPr lang="ar-SA" sz="2800" dirty="0"/>
              <a:t>وغيرها من التقنيات </a:t>
            </a:r>
          </a:p>
          <a:p>
            <a:pPr marL="0" indent="0">
              <a:buNone/>
            </a:pPr>
            <a:r>
              <a:rPr lang="ar-SA" sz="2800" dirty="0"/>
              <a:t>والسلام عليكم ورحمة الله وبركاته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2565310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15</TotalTime>
  <Words>108</Words>
  <Application>Microsoft Office PowerPoint</Application>
  <PresentationFormat>Widescreen</PresentationFormat>
  <Paragraphs>18</Paragraphs>
  <Slides>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DecoType Thuluth</vt:lpstr>
      <vt:lpstr>Vapor Trail</vt:lpstr>
      <vt:lpstr>مشروعي للرسومات الحاسوبية</vt:lpstr>
      <vt:lpstr>ساعة تفاعلية تعرض الوقت مع عقارب متحركة</vt:lpstr>
      <vt:lpstr>التقنيات المستخدمة:</vt:lpstr>
      <vt:lpstr>التحديات والحلول </vt:lpstr>
      <vt:lpstr>الخاتمة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almokdad</dc:creator>
  <cp:lastModifiedBy>mohammed almokdad</cp:lastModifiedBy>
  <cp:revision>1</cp:revision>
  <dcterms:created xsi:type="dcterms:W3CDTF">2026-02-24T18:23:28Z</dcterms:created>
  <dcterms:modified xsi:type="dcterms:W3CDTF">2026-02-27T21:02:01Z</dcterms:modified>
</cp:coreProperties>
</file>